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474720"/>
            <a:ext cx="1280160" cy="128016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DATA MINING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Data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530352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7860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Using Isolation Forest Algorithm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Credit Card Fraud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3154680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1546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IoT Sensor Anomaly Detection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University Data Mining  |  Unsupervised Machine Learning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</a:rPr>
              <a:t>01 / 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Anomalies at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What Are Anomalies?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556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Fraud Transactions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93192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41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/ Hardware Errors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27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IoT Sensor Malfunctions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93192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8130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Abnormal Behavioral Patterns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3840480" cy="74980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168249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10912" y="21031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lost to fraud annually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542032"/>
            <a:ext cx="3840480" cy="74980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2578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10912" y="29992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 transactions are fraud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438144"/>
            <a:ext cx="384048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10912" y="35295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Manual detection is impossible at scale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Research Question:  Can Isolation Forest detect anomalies effectively across different domains?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</a:rPr>
              <a:t>02 / PROPOSED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8229600" cy="71323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167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Core Idea: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Anomalies are rare and different — they are isolated faster (shorter path) in a random decision tree.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931920" cy="111556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3931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" y="233172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331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Tree-Based Isolation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Random decision trees isolate anomalies in fewer splits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148840"/>
            <a:ext cx="3931920" cy="111556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148840"/>
            <a:ext cx="39319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928616" y="2331720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2331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23134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 Labels Required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40680" y="267919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Fully unsupervised — learns structure from data alone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3931920" cy="111556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47288"/>
            <a:ext cx="3931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" y="363016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3630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Highly Scalable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397764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Linear time complexity — handles 284K+ records in ~3 seconds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447288"/>
            <a:ext cx="3931920" cy="111556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447288"/>
            <a:ext cx="393192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4928616" y="3630168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28616" y="3630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High-Dimensional Ready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Works well across many features without selection step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</a:rPr>
              <a:t>03 / DATA &amp; TOOLS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3931920" cy="32004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3931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Dataset 1 — Credit Card Fraud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Records: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8470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284,807 transactions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231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Features: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2311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30 (V1–V28, Amount, Time)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615184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 Rate: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6151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0.17%  (highly imbalanced)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9992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Labels: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999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Available — not used in training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3832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Source: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Kaggle / MLG-ULB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261872"/>
            <a:ext cx="4069080" cy="320040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261872"/>
            <a:ext cx="40690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Dataset 2 — IoT Sensor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184708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Features: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8470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Temperature, Battery, etc.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223113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Fault Rate: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2311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~5% anomalous readings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2615184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Labels: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61518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Not available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29992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Evaluation: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999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Visualization-based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3832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Kaggle / Synthetic IoT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47088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47088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Scikit-learn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36976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Pandas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26864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NumPy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16752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Matplotlib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06640" y="4572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Seaborn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</a:rPr>
              <a:t>04 / SYSTEM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1298448"/>
            <a:ext cx="1481328" cy="263347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298448"/>
            <a:ext cx="1481328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4630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" y="21762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65176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Load CSV datasets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47088" y="2514600"/>
            <a:ext cx="164592" cy="36576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3" name="Text 11"/>
          <p:cNvSpPr/>
          <p:nvPr/>
        </p:nvSpPr>
        <p:spPr>
          <a:xfrm>
            <a:off x="1883664" y="23957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48256" y="1298448"/>
            <a:ext cx="1481328" cy="263347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48256" y="1298448"/>
            <a:ext cx="1481328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146304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21408" y="21762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21408" y="265176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Scale + fill missing values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514600"/>
            <a:ext cx="164592" cy="36576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1" name="Text 19"/>
          <p:cNvSpPr/>
          <p:nvPr/>
        </p:nvSpPr>
        <p:spPr>
          <a:xfrm>
            <a:off x="3602736" y="23957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67328" y="1298448"/>
            <a:ext cx="1481328" cy="263347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67328" y="1298448"/>
            <a:ext cx="1481328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33672" y="146304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233672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40480" y="21762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65176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Fit Isolation Forest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85232" y="2514600"/>
            <a:ext cx="164592" cy="36576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9" name="Text 27"/>
          <p:cNvSpPr/>
          <p:nvPr/>
        </p:nvSpPr>
        <p:spPr>
          <a:xfrm>
            <a:off x="5321808" y="23957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0" y="1298448"/>
            <a:ext cx="1481328" cy="263347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1298448"/>
            <a:ext cx="1481328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952744" y="14630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952744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59552" y="21762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Scoring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265176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+1 normal  /  -1 anomaly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04304" y="2514600"/>
            <a:ext cx="164592" cy="36576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39572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&gt;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05472" y="1298448"/>
            <a:ext cx="1481328" cy="2633472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05472" y="1298448"/>
            <a:ext cx="1481328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7671816" y="14630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7671816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78624" y="21762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78624" y="265176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PCA 2D scatter plot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04164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IsolationForest(contamination=0.01, random_state=42).fit_predict(X_scaled)  →  +1 (normal)  /  -1 (anomaly)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B5CF6"/>
                </a:solidFill>
              </a:rPr>
              <a:t>05 / MODEL LOGIC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Forest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16736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16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Random Subsampling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609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Pick a random subset of the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" y="1810512"/>
            <a:ext cx="73152" cy="34747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94560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5798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Random Partitioning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Select random feature + split threshold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" y="2688336"/>
            <a:ext cx="73152" cy="34747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072384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0358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Build Isolation Trees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364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Repeat until every point is isolated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" y="3566160"/>
            <a:ext cx="73152" cy="34747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950208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Compute Anomaly Score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4242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Short path = anomaly     Long path = normal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0" y="1261872"/>
            <a:ext cx="3383280" cy="32461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40680" y="1389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1719072"/>
            <a:ext cx="301752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18288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Short Path = Anomaly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21284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Anomalies are isolated in fewer random splits because they occupy sparse, unusual regions of the feature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40680" y="3090672"/>
            <a:ext cx="301752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2186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Parameters Used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 contamination = 0.01  (Credit Card)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886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 contamination = 0.05  (IoT Data)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4160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</a:rPr>
              <a:t>06 /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 &amp; Functionalities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Multi-Domain 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Same reusable code runs on both Credit Card and IoT datasets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61872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53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 Comparison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Isolation Forest vs Local Outlier Factor — runtime &amp; output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9631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96312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87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PCA Visualization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2D scatter plots showing normal clusters vs anomaly points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49631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96312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587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 Explanation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Statistical diff between normal/anomaly means per feature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30752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Summary Reports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Auto-tables: anomaly count, percentage, runtime seconds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730752"/>
            <a:ext cx="3931920" cy="10515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30752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Modular Code Design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8348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preprocess_data() / run_models() / summarize_results()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</a:rPr>
              <a:t>07 /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Performance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61872"/>
            <a:ext cx="1920240" cy="1417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Isolation Forest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Credit Card 284K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1261872"/>
            <a:ext cx="1920240" cy="1417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261872"/>
            <a:ext cx="192024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~244s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79192" y="19385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LOF runtime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22860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Same dataset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261872"/>
            <a:ext cx="1920240" cy="1417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61872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28032" y="19385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Anomalies flagged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2860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Credit Card dataset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261872"/>
            <a:ext cx="1920240" cy="14173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261872"/>
            <a:ext cx="19202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976872" y="19385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Anomalies flagged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76872" y="22860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IoT dataset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16352"/>
            <a:ext cx="8229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92608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72768" y="295351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Isolation Forest successfully identified anomaly clusters in both financial and IoT domains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72768" y="350215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80x faster than Local Outlier Factor — highly scalable for real production pipelines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72768" y="4050792"/>
            <a:ext cx="6995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Amount, V1, V3, V5 differ most in fraud cases;  Battery &amp; Temperature in IoT anomalies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08 / CHALLENGES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65760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 Imbalance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965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Only 0.17% fraud — hard to validate without labels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59152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95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Contamination Tuning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2679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Requires domain expertise or trial-and-error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72384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 IoT Ground Truth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" y="33924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Evaluation relies on visualization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8561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LOF Scalability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41056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244s on 284K rows — impractical for real-time use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Future Improvements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64592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Hybrid Supervised Models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9472" y="1965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Combine IF with classifiers when labels exist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359152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59152"/>
            <a:ext cx="54864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395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Real-Time Streaming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19472" y="2679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Deploy on Kafka / Spark for live anomaly detection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72384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72384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Deep Learning (Autoencoder)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9472" y="33924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Use reconstruction error as anomaly signal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85616"/>
            <a:ext cx="3931920" cy="5943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785616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SHAP Explainability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19472" y="41056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Explain why each point was flagged as anomalous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</a:rPr>
              <a:t>09 / CONCLUSION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3474720" cy="27432"/>
          </a:xfrm>
          <a:prstGeom prst="rect">
            <a:avLst/>
          </a:prstGeom>
          <a:solidFill>
            <a:srgbClr val="1E2D4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61872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34416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" y="1353312"/>
            <a:ext cx="7388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Isolation Forest proved effective at detecting anomalies across both financial and IoT domains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822960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47672"/>
            <a:ext cx="54864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029968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029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" y="2039112"/>
            <a:ext cx="7388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80x faster than LOF — making it practical and scalable for large real-world production systems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33472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2715768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" y="2724912"/>
            <a:ext cx="7388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Fully unsupervised — deployable where labeled data is expensive or unavailable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822960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1927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40156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401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" y="3410712"/>
            <a:ext cx="7388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PCA visualization confirms clear separation between normal clusters and scattered anomaly 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229600" cy="566928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005072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408736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4087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" y="4096512"/>
            <a:ext cx="7388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Feature difference analysis adds interpretability to the otherwise black-box algorithm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Detection Using Isolation Forest  |  Data Mining Project  |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Using Isolation Forest</dc:title>
  <dc:subject>PptxGenJS Presentation</dc:subject>
  <dc:creator>PptxGenJS</dc:creator>
  <cp:lastModifiedBy>PptxGenJS</cp:lastModifiedBy>
  <cp:revision>1</cp:revision>
  <dcterms:created xsi:type="dcterms:W3CDTF">2026-05-09T15:27:14Z</dcterms:created>
  <dcterms:modified xsi:type="dcterms:W3CDTF">2026-05-09T15:27:14Z</dcterms:modified>
</cp:coreProperties>
</file>